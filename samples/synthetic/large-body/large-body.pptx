
<file path=[Content_Types].xml><?xml version="1.0" encoding="utf-8"?>
<Types xmlns="http://schemas.openxmlformats.org/package/2006/content-types">
  <Default Extension="xml" ContentType="application/vnd.openxmlformats-officedocument.presentationml.presentation.main+xml"/>
  <Default Extension="psmdcp" ContentType="application/vnd.openxmlformats-package.core-properties+xml"/>
  <Default Extension="rels" ContentType="application/vnd.openxmlformats-package.relationship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66ad8e07742b49fb" /><Relationship Type="http://schemas.openxmlformats.org/package/2006/relationships/metadata/core-properties" Target="/package/services/metadata/core-properties/a1aa0ce0eb5d400d9f2e15c912a23ecd.psmdcp" Id="R52fd07f4a2db417d" /></Relationships>
</file>

<file path=ppt/presentation.xml><?xml version="1.0" encoding="utf-8"?>
<p:presentation xmlns:p="http://schemas.openxmlformats.org/presentationml/2006/main">
  <p:sldMasterIdLst>
    <p:sldMasterId xmlns:r="http://schemas.openxmlformats.org/officeDocument/2006/relationships" id="2147483648" r:id="Rd07ea49db2de4f17"/>
  </p:sldMasterIdLst>
  <p:sldIdLst>
    <p:sldId xmlns:r="http://schemas.openxmlformats.org/officeDocument/2006/relationships" id="256" r:id="R98462fb019464bc8"/>
  </p:sldIdLst>
  <p:sldSz cx="9144000" cy="6858000"/>
  <p:notesSz cx="6858000" cy="9144000"/>
</p:presentation>
</file>

<file path=ppt/_rels/presentation.xml.rels>&#65279;<?xml version="1.0" encoding="utf-8"?><Relationships xmlns="http://schemas.openxmlformats.org/package/2006/relationships"><Relationship Type="http://schemas.openxmlformats.org/officeDocument/2006/relationships/theme" Target="/ppt/theme/theme1.xml" Id="R1664ce23123a44dd" /><Relationship Type="http://schemas.openxmlformats.org/officeDocument/2006/relationships/slideMaster" Target="/ppt/slideMasters/slideMaster1.xml" Id="Rd07ea49db2de4f17" /><Relationship Type="http://schemas.openxmlformats.org/officeDocument/2006/relationships/slide" Target="/ppt/slides/slide1.xml" Id="R98462fb019464bc8" /></Relationships>
</file>

<file path=ppt/slideLayouts/slideLayout1.xml><?xml version="1.0" encoding="utf-8"?>
<p:sldLayout xmlns:p="http://schemas.openxmlformats.org/presentationml/2006/main" type="blank">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773a2d9bc704296" /><Relationship Type="http://schemas.openxmlformats.org/officeDocument/2006/relationships/slideLayout" Target="/ppt/slideLayouts/slideLayout1.xml" Id="Re7b1dd1a55a2443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b1dd1a55a24437"/>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848d405617e84e1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Box 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3" name="TextBox 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4" name="TextBox 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5" name="TextBox 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6" name="TextBox 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a:t>
            </a:r>
          </a:p>
        </p:txBody>
      </p:sp>
      <p:sp>
        <p:nvSpPr>
          <p:cNvPr id="7" name="TextBox 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a:t>
            </a:r>
          </a:p>
        </p:txBody>
      </p:sp>
      <p:sp>
        <p:nvSpPr>
          <p:cNvPr id="8" name="TextBox 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a:t>
            </a:r>
          </a:p>
        </p:txBody>
      </p:sp>
      <p:sp>
        <p:nvSpPr>
          <p:cNvPr id="9" name="TextBox 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a:t>
            </a:r>
          </a:p>
        </p:txBody>
      </p:sp>
      <p:sp>
        <p:nvSpPr>
          <p:cNvPr id="10" name="TextBox 1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a:t>
            </a:r>
          </a:p>
        </p:txBody>
      </p:sp>
      <p:sp>
        <p:nvSpPr>
          <p:cNvPr id="11" name="TextBox 1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a:t>
            </a:r>
          </a:p>
        </p:txBody>
      </p:sp>
      <p:sp>
        <p:nvSpPr>
          <p:cNvPr id="12" name="TextBox 1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a:t>
            </a:r>
          </a:p>
        </p:txBody>
      </p:sp>
      <p:sp>
        <p:nvSpPr>
          <p:cNvPr id="13" name="TextBox 1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a:t>
            </a:r>
          </a:p>
        </p:txBody>
      </p:sp>
      <p:sp>
        <p:nvSpPr>
          <p:cNvPr id="14" name="TextBox 1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a:t>
            </a:r>
          </a:p>
        </p:txBody>
      </p:sp>
      <p:sp>
        <p:nvSpPr>
          <p:cNvPr id="15" name="TextBox 1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a:t>
            </a:r>
          </a:p>
        </p:txBody>
      </p:sp>
      <p:sp>
        <p:nvSpPr>
          <p:cNvPr id="16" name="TextBox 1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a:t>
            </a:r>
          </a:p>
        </p:txBody>
      </p:sp>
      <p:sp>
        <p:nvSpPr>
          <p:cNvPr id="17" name="TextBox 1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a:t>
            </a:r>
          </a:p>
        </p:txBody>
      </p:sp>
      <p:sp>
        <p:nvSpPr>
          <p:cNvPr id="18" name="TextBox 1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a:t>
            </a:r>
          </a:p>
        </p:txBody>
      </p:sp>
      <p:sp>
        <p:nvSpPr>
          <p:cNvPr id="19" name="TextBox 1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a:t>
            </a:r>
          </a:p>
        </p:txBody>
      </p:sp>
      <p:sp>
        <p:nvSpPr>
          <p:cNvPr id="20" name="TextBox 2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a:t>
            </a:r>
          </a:p>
        </p:txBody>
      </p:sp>
      <p:sp>
        <p:nvSpPr>
          <p:cNvPr id="21" name="TextBox 2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a:t>
            </a:r>
          </a:p>
        </p:txBody>
      </p:sp>
      <p:sp>
        <p:nvSpPr>
          <p:cNvPr id="22" name="TextBox 2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a:t>
            </a:r>
          </a:p>
        </p:txBody>
      </p:sp>
      <p:sp>
        <p:nvSpPr>
          <p:cNvPr id="23" name="TextBox 2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a:t>
            </a:r>
          </a:p>
        </p:txBody>
      </p:sp>
      <p:sp>
        <p:nvSpPr>
          <p:cNvPr id="24" name="TextBox 2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a:t>
            </a:r>
          </a:p>
        </p:txBody>
      </p:sp>
      <p:sp>
        <p:nvSpPr>
          <p:cNvPr id="25" name="TextBox 2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a:t>
            </a:r>
          </a:p>
        </p:txBody>
      </p:sp>
      <p:sp>
        <p:nvSpPr>
          <p:cNvPr id="26" name="TextBox 2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a:t>
            </a:r>
          </a:p>
        </p:txBody>
      </p:sp>
      <p:sp>
        <p:nvSpPr>
          <p:cNvPr id="27" name="TextBox 2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
        <p:nvSpPr>
          <p:cNvPr id="28" name="TextBox 2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a:t>
            </a:r>
          </a:p>
        </p:txBody>
      </p:sp>
      <p:sp>
        <p:nvSpPr>
          <p:cNvPr id="29" name="TextBox 2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a:t>
            </a:r>
          </a:p>
        </p:txBody>
      </p:sp>
      <p:sp>
        <p:nvSpPr>
          <p:cNvPr id="30" name="TextBox 3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a:t>
            </a:r>
          </a:p>
        </p:txBody>
      </p:sp>
      <p:sp>
        <p:nvSpPr>
          <p:cNvPr id="31" name="TextBox 3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a:t>
            </a:r>
          </a:p>
        </p:txBody>
      </p:sp>
      <p:sp>
        <p:nvSpPr>
          <p:cNvPr id="32" name="TextBox 3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a:t>
            </a:r>
          </a:p>
        </p:txBody>
      </p:sp>
      <p:sp>
        <p:nvSpPr>
          <p:cNvPr id="33" name="TextBox 3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a:t>
            </a:r>
          </a:p>
        </p:txBody>
      </p:sp>
      <p:sp>
        <p:nvSpPr>
          <p:cNvPr id="34" name="TextBox 3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a:t>
            </a:r>
          </a:p>
        </p:txBody>
      </p:sp>
      <p:sp>
        <p:nvSpPr>
          <p:cNvPr id="35" name="TextBox 3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a:t>
            </a:r>
          </a:p>
        </p:txBody>
      </p:sp>
      <p:sp>
        <p:nvSpPr>
          <p:cNvPr id="36" name="TextBox 3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a:t>
            </a:r>
          </a:p>
        </p:txBody>
      </p:sp>
      <p:sp>
        <p:nvSpPr>
          <p:cNvPr id="37" name="TextBox 3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a:t>
            </a:r>
          </a:p>
        </p:txBody>
      </p:sp>
      <p:sp>
        <p:nvSpPr>
          <p:cNvPr id="38" name="TextBox 3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a:t>
            </a:r>
          </a:p>
        </p:txBody>
      </p:sp>
      <p:sp>
        <p:nvSpPr>
          <p:cNvPr id="39" name="TextBox 3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a:t>
            </a:r>
          </a:p>
        </p:txBody>
      </p:sp>
      <p:sp>
        <p:nvSpPr>
          <p:cNvPr id="40" name="TextBox 4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a:t>
            </a:r>
          </a:p>
        </p:txBody>
      </p:sp>
      <p:sp>
        <p:nvSpPr>
          <p:cNvPr id="41" name="TextBox 4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a:t>
            </a:r>
          </a:p>
        </p:txBody>
      </p:sp>
      <p:sp>
        <p:nvSpPr>
          <p:cNvPr id="42" name="TextBox 4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a:t>
            </a:r>
          </a:p>
        </p:txBody>
      </p:sp>
      <p:sp>
        <p:nvSpPr>
          <p:cNvPr id="43" name="TextBox 4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a:t>
            </a:r>
          </a:p>
        </p:txBody>
      </p:sp>
      <p:sp>
        <p:nvSpPr>
          <p:cNvPr id="44" name="TextBox 4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a:t>
            </a:r>
          </a:p>
        </p:txBody>
      </p:sp>
      <p:sp>
        <p:nvSpPr>
          <p:cNvPr id="45" name="TextBox 4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46" name="TextBox 4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47" name="TextBox 4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48" name="TextBox 4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49" name="TextBox 4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a:t>
            </a:r>
          </a:p>
        </p:txBody>
      </p:sp>
      <p:sp>
        <p:nvSpPr>
          <p:cNvPr id="50" name="TextBox 5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a:t>
            </a:r>
          </a:p>
        </p:txBody>
      </p:sp>
      <p:sp>
        <p:nvSpPr>
          <p:cNvPr id="51" name="TextBox 5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a:t>
            </a:r>
          </a:p>
        </p:txBody>
      </p:sp>
      <p:sp>
        <p:nvSpPr>
          <p:cNvPr id="52" name="TextBox 5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a:t>
            </a:r>
          </a:p>
        </p:txBody>
      </p:sp>
      <p:sp>
        <p:nvSpPr>
          <p:cNvPr id="53" name="TextBox 5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a:t>
            </a:r>
          </a:p>
        </p:txBody>
      </p:sp>
      <p:sp>
        <p:nvSpPr>
          <p:cNvPr id="54" name="TextBox 5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a:t>
            </a:r>
          </a:p>
        </p:txBody>
      </p:sp>
      <p:sp>
        <p:nvSpPr>
          <p:cNvPr id="55" name="TextBox 5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a:t>
            </a:r>
          </a:p>
        </p:txBody>
      </p:sp>
      <p:sp>
        <p:nvSpPr>
          <p:cNvPr id="56" name="TextBox 5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a:t>
            </a:r>
          </a:p>
        </p:txBody>
      </p:sp>
      <p:sp>
        <p:nvSpPr>
          <p:cNvPr id="57" name="TextBox 5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a:t>
            </a:r>
          </a:p>
        </p:txBody>
      </p:sp>
      <p:sp>
        <p:nvSpPr>
          <p:cNvPr id="58" name="TextBox 5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a:t>
            </a:r>
          </a:p>
        </p:txBody>
      </p:sp>
      <p:sp>
        <p:nvSpPr>
          <p:cNvPr id="59" name="TextBox 5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a:t>
            </a:r>
          </a:p>
        </p:txBody>
      </p:sp>
      <p:sp>
        <p:nvSpPr>
          <p:cNvPr id="60" name="TextBox 6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a:t>
            </a:r>
          </a:p>
        </p:txBody>
      </p:sp>
      <p:sp>
        <p:nvSpPr>
          <p:cNvPr id="61" name="TextBox 6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a:t>
            </a:r>
          </a:p>
        </p:txBody>
      </p:sp>
      <p:sp>
        <p:nvSpPr>
          <p:cNvPr id="62" name="TextBox 6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a:t>
            </a:r>
          </a:p>
        </p:txBody>
      </p:sp>
      <p:sp>
        <p:nvSpPr>
          <p:cNvPr id="63" name="TextBox 6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a:t>
            </a:r>
          </a:p>
        </p:txBody>
      </p:sp>
      <p:sp>
        <p:nvSpPr>
          <p:cNvPr id="64" name="TextBox 6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a:t>
            </a:r>
          </a:p>
        </p:txBody>
      </p:sp>
      <p:sp>
        <p:nvSpPr>
          <p:cNvPr id="65" name="TextBox 6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a:t>
            </a:r>
          </a:p>
        </p:txBody>
      </p:sp>
      <p:sp>
        <p:nvSpPr>
          <p:cNvPr id="66" name="TextBox 6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a:t>
            </a:r>
          </a:p>
        </p:txBody>
      </p:sp>
      <p:sp>
        <p:nvSpPr>
          <p:cNvPr id="67" name="TextBox 6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a:t>
            </a:r>
          </a:p>
        </p:txBody>
      </p:sp>
      <p:sp>
        <p:nvSpPr>
          <p:cNvPr id="68" name="TextBox 6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a:t>
            </a:r>
          </a:p>
        </p:txBody>
      </p:sp>
      <p:sp>
        <p:nvSpPr>
          <p:cNvPr id="69" name="TextBox 6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a:t>
            </a:r>
          </a:p>
        </p:txBody>
      </p:sp>
      <p:sp>
        <p:nvSpPr>
          <p:cNvPr id="70" name="TextBox 7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
        <p:nvSpPr>
          <p:cNvPr id="71" name="TextBox 7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a:t>
            </a:r>
          </a:p>
        </p:txBody>
      </p:sp>
      <p:sp>
        <p:nvSpPr>
          <p:cNvPr id="72" name="TextBox 7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a:t>
            </a:r>
          </a:p>
        </p:txBody>
      </p:sp>
      <p:sp>
        <p:nvSpPr>
          <p:cNvPr id="73" name="TextBox 7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a:t>
            </a:r>
          </a:p>
        </p:txBody>
      </p:sp>
      <p:sp>
        <p:nvSpPr>
          <p:cNvPr id="74" name="TextBox 7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a:t>
            </a:r>
          </a:p>
        </p:txBody>
      </p:sp>
      <p:sp>
        <p:nvSpPr>
          <p:cNvPr id="75" name="TextBox 7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a:t>
            </a:r>
          </a:p>
        </p:txBody>
      </p:sp>
      <p:sp>
        <p:nvSpPr>
          <p:cNvPr id="76" name="TextBox 7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a:t>
            </a:r>
          </a:p>
        </p:txBody>
      </p:sp>
      <p:sp>
        <p:nvSpPr>
          <p:cNvPr id="77" name="TextBox 7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a:t>
            </a:r>
          </a:p>
        </p:txBody>
      </p:sp>
      <p:sp>
        <p:nvSpPr>
          <p:cNvPr id="78" name="TextBox 7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a:t>
            </a:r>
          </a:p>
        </p:txBody>
      </p:sp>
      <p:sp>
        <p:nvSpPr>
          <p:cNvPr id="79" name="TextBox 7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a:t>
            </a:r>
          </a:p>
        </p:txBody>
      </p:sp>
      <p:sp>
        <p:nvSpPr>
          <p:cNvPr id="80" name="TextBox 8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a:t>
            </a:r>
          </a:p>
        </p:txBody>
      </p:sp>
      <p:sp>
        <p:nvSpPr>
          <p:cNvPr id="81" name="TextBox 8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a:t>
            </a:r>
          </a:p>
        </p:txBody>
      </p:sp>
      <p:sp>
        <p:nvSpPr>
          <p:cNvPr id="82" name="TextBox 8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a:t>
            </a:r>
          </a:p>
        </p:txBody>
      </p:sp>
      <p:sp>
        <p:nvSpPr>
          <p:cNvPr id="83" name="TextBox 8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a:t>
            </a:r>
          </a:p>
        </p:txBody>
      </p:sp>
      <p:sp>
        <p:nvSpPr>
          <p:cNvPr id="84" name="TextBox 8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a:t>
            </a:r>
          </a:p>
        </p:txBody>
      </p:sp>
      <p:sp>
        <p:nvSpPr>
          <p:cNvPr id="85" name="TextBox 8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a:t>
            </a:r>
          </a:p>
        </p:txBody>
      </p:sp>
      <p:sp>
        <p:nvSpPr>
          <p:cNvPr id="86" name="TextBox 8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a:t>
            </a:r>
          </a:p>
        </p:txBody>
      </p:sp>
      <p:sp>
        <p:nvSpPr>
          <p:cNvPr id="87" name="TextBox 8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a:t>
            </a:r>
          </a:p>
        </p:txBody>
      </p:sp>
      <p:sp>
        <p:nvSpPr>
          <p:cNvPr id="88" name="TextBox 8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89" name="TextBox 8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90" name="TextBox 9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91" name="TextBox 9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92" name="TextBox 9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a:t>
            </a:r>
          </a:p>
        </p:txBody>
      </p:sp>
      <p:sp>
        <p:nvSpPr>
          <p:cNvPr id="93" name="TextBox 9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a:t>
            </a:r>
          </a:p>
        </p:txBody>
      </p:sp>
      <p:sp>
        <p:nvSpPr>
          <p:cNvPr id="94" name="TextBox 9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a:t>
            </a:r>
          </a:p>
        </p:txBody>
      </p:sp>
      <p:sp>
        <p:nvSpPr>
          <p:cNvPr id="95" name="TextBox 9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a:t>
            </a:r>
          </a:p>
        </p:txBody>
      </p:sp>
      <p:sp>
        <p:nvSpPr>
          <p:cNvPr id="96" name="TextBox 9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a:t>
            </a:r>
          </a:p>
        </p:txBody>
      </p:sp>
      <p:sp>
        <p:nvSpPr>
          <p:cNvPr id="97" name="TextBox 9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a:t>
            </a:r>
          </a:p>
        </p:txBody>
      </p:sp>
      <p:sp>
        <p:nvSpPr>
          <p:cNvPr id="98" name="TextBox 9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a:t>
            </a:r>
          </a:p>
        </p:txBody>
      </p:sp>
      <p:sp>
        <p:nvSpPr>
          <p:cNvPr id="99" name="TextBox 9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a:t>
            </a:r>
          </a:p>
        </p:txBody>
      </p:sp>
      <p:sp>
        <p:nvSpPr>
          <p:cNvPr id="100" name="TextBox 10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a:t>
            </a:r>
          </a:p>
        </p:txBody>
      </p:sp>
      <p:sp>
        <p:nvSpPr>
          <p:cNvPr id="101" name="TextBox 10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a:t>
            </a:r>
          </a:p>
        </p:txBody>
      </p:sp>
      <p:sp>
        <p:nvSpPr>
          <p:cNvPr id="102" name="TextBox 10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a:t>
            </a:r>
          </a:p>
        </p:txBody>
      </p:sp>
      <p:sp>
        <p:nvSpPr>
          <p:cNvPr id="103" name="TextBox 10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a:t>
            </a:r>
          </a:p>
        </p:txBody>
      </p:sp>
      <p:sp>
        <p:nvSpPr>
          <p:cNvPr id="104" name="TextBox 10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a:t>
            </a:r>
          </a:p>
        </p:txBody>
      </p:sp>
      <p:sp>
        <p:nvSpPr>
          <p:cNvPr id="105" name="TextBox 10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a:t>
            </a:r>
          </a:p>
        </p:txBody>
      </p:sp>
      <p:sp>
        <p:nvSpPr>
          <p:cNvPr id="106" name="TextBox 10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a:t>
            </a:r>
          </a:p>
        </p:txBody>
      </p:sp>
      <p:sp>
        <p:nvSpPr>
          <p:cNvPr id="107" name="TextBox 10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a:t>
            </a:r>
          </a:p>
        </p:txBody>
      </p:sp>
      <p:sp>
        <p:nvSpPr>
          <p:cNvPr id="108" name="TextBox 10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a:t>
            </a:r>
          </a:p>
        </p:txBody>
      </p:sp>
      <p:sp>
        <p:nvSpPr>
          <p:cNvPr id="109" name="TextBox 10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a:t>
            </a:r>
          </a:p>
        </p:txBody>
      </p:sp>
      <p:sp>
        <p:nvSpPr>
          <p:cNvPr id="110" name="TextBox 11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a:t>
            </a:r>
          </a:p>
        </p:txBody>
      </p:sp>
      <p:sp>
        <p:nvSpPr>
          <p:cNvPr id="111" name="TextBox 11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a:t>
            </a:r>
          </a:p>
        </p:txBody>
      </p:sp>
      <p:sp>
        <p:nvSpPr>
          <p:cNvPr id="112" name="TextBox 11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a:t>
            </a:r>
          </a:p>
        </p:txBody>
      </p:sp>
      <p:sp>
        <p:nvSpPr>
          <p:cNvPr id="113" name="TextBox 11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
        <p:nvSpPr>
          <p:cNvPr id="114" name="TextBox 11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a:t>
            </a:r>
          </a:p>
        </p:txBody>
      </p:sp>
      <p:sp>
        <p:nvSpPr>
          <p:cNvPr id="115" name="TextBox 11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a:t>
            </a:r>
          </a:p>
        </p:txBody>
      </p:sp>
      <p:sp>
        <p:nvSpPr>
          <p:cNvPr id="116" name="TextBox 11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a:t>
            </a:r>
          </a:p>
        </p:txBody>
      </p:sp>
      <p:sp>
        <p:nvSpPr>
          <p:cNvPr id="117" name="TextBox 11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a:t>
            </a:r>
          </a:p>
        </p:txBody>
      </p:sp>
      <p:sp>
        <p:nvSpPr>
          <p:cNvPr id="118" name="TextBox 11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a:t>
            </a:r>
          </a:p>
        </p:txBody>
      </p:sp>
      <p:sp>
        <p:nvSpPr>
          <p:cNvPr id="119" name="TextBox 11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a:t>
            </a:r>
          </a:p>
        </p:txBody>
      </p:sp>
      <p:sp>
        <p:nvSpPr>
          <p:cNvPr id="120" name="TextBox 12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a:t>
            </a:r>
          </a:p>
        </p:txBody>
      </p:sp>
      <p:sp>
        <p:nvSpPr>
          <p:cNvPr id="121" name="TextBox 12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a:t>
            </a:r>
          </a:p>
        </p:txBody>
      </p:sp>
      <p:sp>
        <p:nvSpPr>
          <p:cNvPr id="122" name="TextBox 12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a:t>
            </a:r>
          </a:p>
        </p:txBody>
      </p:sp>
      <p:sp>
        <p:nvSpPr>
          <p:cNvPr id="123" name="TextBox 12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a:t>
            </a:r>
          </a:p>
        </p:txBody>
      </p:sp>
      <p:sp>
        <p:nvSpPr>
          <p:cNvPr id="124" name="TextBox 12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a:t>
            </a:r>
          </a:p>
        </p:txBody>
      </p:sp>
      <p:sp>
        <p:nvSpPr>
          <p:cNvPr id="125" name="TextBox 12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a:t>
            </a:r>
          </a:p>
        </p:txBody>
      </p:sp>
      <p:sp>
        <p:nvSpPr>
          <p:cNvPr id="126" name="TextBox 12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a:t>
            </a:r>
          </a:p>
        </p:txBody>
      </p:sp>
      <p:sp>
        <p:nvSpPr>
          <p:cNvPr id="127" name="TextBox 12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a:t>
            </a:r>
          </a:p>
        </p:txBody>
      </p:sp>
      <p:sp>
        <p:nvSpPr>
          <p:cNvPr id="128" name="TextBox 12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a:t>
            </a:r>
          </a:p>
        </p:txBody>
      </p:sp>
      <p:sp>
        <p:nvSpPr>
          <p:cNvPr id="129" name="TextBox 12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a:t>
            </a:r>
          </a:p>
        </p:txBody>
      </p:sp>
      <p:sp>
        <p:nvSpPr>
          <p:cNvPr id="130" name="TextBox 13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a:t>
            </a:r>
          </a:p>
        </p:txBody>
      </p:sp>
      <p:sp>
        <p:nvSpPr>
          <p:cNvPr id="131" name="TextBox 13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132" name="TextBox 13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133" name="TextBox 13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134" name="TextBox 13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135" name="TextBox 13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a:t>
            </a:r>
          </a:p>
        </p:txBody>
      </p:sp>
      <p:sp>
        <p:nvSpPr>
          <p:cNvPr id="136" name="TextBox 13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a:t>
            </a:r>
          </a:p>
        </p:txBody>
      </p:sp>
      <p:sp>
        <p:nvSpPr>
          <p:cNvPr id="137" name="TextBox 13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a:t>
            </a:r>
          </a:p>
        </p:txBody>
      </p:sp>
      <p:sp>
        <p:nvSpPr>
          <p:cNvPr id="138" name="TextBox 13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a:t>
            </a:r>
          </a:p>
        </p:txBody>
      </p:sp>
      <p:sp>
        <p:nvSpPr>
          <p:cNvPr id="139" name="TextBox 13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a:t>
            </a:r>
          </a:p>
        </p:txBody>
      </p:sp>
      <p:sp>
        <p:nvSpPr>
          <p:cNvPr id="140" name="TextBox 14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a:t>
            </a:r>
          </a:p>
        </p:txBody>
      </p:sp>
      <p:sp>
        <p:nvSpPr>
          <p:cNvPr id="141" name="TextBox 14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a:t>
            </a:r>
          </a:p>
        </p:txBody>
      </p:sp>
      <p:sp>
        <p:nvSpPr>
          <p:cNvPr id="142" name="TextBox 14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a:t>
            </a:r>
          </a:p>
        </p:txBody>
      </p:sp>
      <p:sp>
        <p:nvSpPr>
          <p:cNvPr id="143" name="TextBox 14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a:t>
            </a:r>
          </a:p>
        </p:txBody>
      </p:sp>
      <p:sp>
        <p:nvSpPr>
          <p:cNvPr id="144" name="TextBox 14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a:t>
            </a:r>
          </a:p>
        </p:txBody>
      </p:sp>
      <p:sp>
        <p:nvSpPr>
          <p:cNvPr id="145" name="TextBox 14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a:t>
            </a:r>
          </a:p>
        </p:txBody>
      </p:sp>
      <p:sp>
        <p:nvSpPr>
          <p:cNvPr id="146" name="TextBox 14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a:t>
            </a:r>
          </a:p>
        </p:txBody>
      </p:sp>
      <p:sp>
        <p:nvSpPr>
          <p:cNvPr id="147" name="TextBox 14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a:t>
            </a:r>
          </a:p>
        </p:txBody>
      </p:sp>
      <p:sp>
        <p:nvSpPr>
          <p:cNvPr id="148" name="TextBox 14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a:t>
            </a:r>
          </a:p>
        </p:txBody>
      </p:sp>
      <p:sp>
        <p:nvSpPr>
          <p:cNvPr id="149" name="TextBox 14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a:t>
            </a:r>
          </a:p>
        </p:txBody>
      </p:sp>
      <p:sp>
        <p:nvSpPr>
          <p:cNvPr id="150" name="TextBox 15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a:t>
            </a:r>
          </a:p>
        </p:txBody>
      </p:sp>
      <p:sp>
        <p:nvSpPr>
          <p:cNvPr id="151" name="TextBox 15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a:t>
            </a:r>
          </a:p>
        </p:txBody>
      </p:sp>
      <p:sp>
        <p:nvSpPr>
          <p:cNvPr id="152" name="TextBox 15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a:t>
            </a:r>
          </a:p>
        </p:txBody>
      </p:sp>
      <p:sp>
        <p:nvSpPr>
          <p:cNvPr id="153" name="TextBox 15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a:t>
            </a:r>
          </a:p>
        </p:txBody>
      </p:sp>
      <p:sp>
        <p:nvSpPr>
          <p:cNvPr id="154" name="TextBox 15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a:t>
            </a:r>
          </a:p>
        </p:txBody>
      </p:sp>
      <p:sp>
        <p:nvSpPr>
          <p:cNvPr id="155" name="TextBox 15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a:t>
            </a:r>
          </a:p>
        </p:txBody>
      </p:sp>
      <p:sp>
        <p:nvSpPr>
          <p:cNvPr id="156" name="TextBox 15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
        <p:nvSpPr>
          <p:cNvPr id="157" name="TextBox 15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a:t>
            </a:r>
          </a:p>
        </p:txBody>
      </p:sp>
      <p:sp>
        <p:nvSpPr>
          <p:cNvPr id="158" name="TextBox 15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a:t>
            </a:r>
          </a:p>
        </p:txBody>
      </p:sp>
      <p:sp>
        <p:nvSpPr>
          <p:cNvPr id="159" name="TextBox 15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a:t>
            </a:r>
          </a:p>
        </p:txBody>
      </p:sp>
      <p:sp>
        <p:nvSpPr>
          <p:cNvPr id="160" name="TextBox 16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a:t>
            </a:r>
          </a:p>
        </p:txBody>
      </p:sp>
      <p:sp>
        <p:nvSpPr>
          <p:cNvPr id="161" name="TextBox 16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a:t>
            </a:r>
          </a:p>
        </p:txBody>
      </p:sp>
      <p:sp>
        <p:nvSpPr>
          <p:cNvPr id="162" name="TextBox 16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a:t>
            </a:r>
          </a:p>
        </p:txBody>
      </p:sp>
      <p:sp>
        <p:nvSpPr>
          <p:cNvPr id="163" name="TextBox 16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a:t>
            </a:r>
          </a:p>
        </p:txBody>
      </p:sp>
      <p:sp>
        <p:nvSpPr>
          <p:cNvPr id="164" name="TextBox 16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a:t>
            </a:r>
          </a:p>
        </p:txBody>
      </p:sp>
      <p:sp>
        <p:nvSpPr>
          <p:cNvPr id="165" name="TextBox 16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a:t>
            </a:r>
          </a:p>
        </p:txBody>
      </p:sp>
      <p:sp>
        <p:nvSpPr>
          <p:cNvPr id="166" name="TextBox 16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a:t>
            </a:r>
          </a:p>
        </p:txBody>
      </p:sp>
      <p:sp>
        <p:nvSpPr>
          <p:cNvPr id="167" name="TextBox 16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a:t>
            </a:r>
          </a:p>
        </p:txBody>
      </p:sp>
      <p:sp>
        <p:nvSpPr>
          <p:cNvPr id="168" name="TextBox 16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a:t>
            </a:r>
          </a:p>
        </p:txBody>
      </p:sp>
      <p:sp>
        <p:nvSpPr>
          <p:cNvPr id="169" name="TextBox 16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a:t>
            </a:r>
          </a:p>
        </p:txBody>
      </p:sp>
      <p:sp>
        <p:nvSpPr>
          <p:cNvPr id="170" name="TextBox 17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a:t>
            </a:r>
          </a:p>
        </p:txBody>
      </p:sp>
      <p:sp>
        <p:nvSpPr>
          <p:cNvPr id="171" name="TextBox 17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a:t>
            </a:r>
          </a:p>
        </p:txBody>
      </p:sp>
      <p:sp>
        <p:nvSpPr>
          <p:cNvPr id="172" name="TextBox 17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a:t>
            </a:r>
          </a:p>
        </p:txBody>
      </p:sp>
      <p:sp>
        <p:nvSpPr>
          <p:cNvPr id="173" name="TextBox 17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a:t>
            </a:r>
          </a:p>
        </p:txBody>
      </p:sp>
      <p:sp>
        <p:nvSpPr>
          <p:cNvPr id="174" name="TextBox 17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175" name="TextBox 17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176" name="TextBox 17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177" name="TextBox 17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178" name="TextBox 17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a:t>
            </a:r>
          </a:p>
        </p:txBody>
      </p:sp>
      <p:sp>
        <p:nvSpPr>
          <p:cNvPr id="179" name="TextBox 17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a:t>
            </a:r>
          </a:p>
        </p:txBody>
      </p:sp>
      <p:sp>
        <p:nvSpPr>
          <p:cNvPr id="180" name="TextBox 18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a:t>
            </a:r>
          </a:p>
        </p:txBody>
      </p:sp>
      <p:sp>
        <p:nvSpPr>
          <p:cNvPr id="181" name="TextBox 18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a:t>
            </a:r>
          </a:p>
        </p:txBody>
      </p:sp>
      <p:sp>
        <p:nvSpPr>
          <p:cNvPr id="182" name="TextBox 18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a:t>
            </a:r>
          </a:p>
        </p:txBody>
      </p:sp>
      <p:sp>
        <p:nvSpPr>
          <p:cNvPr id="183" name="TextBox 18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a:t>
            </a:r>
          </a:p>
        </p:txBody>
      </p:sp>
      <p:sp>
        <p:nvSpPr>
          <p:cNvPr id="184" name="TextBox 18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a:t>
            </a:r>
          </a:p>
        </p:txBody>
      </p:sp>
      <p:sp>
        <p:nvSpPr>
          <p:cNvPr id="185" name="TextBox 18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a:t>
            </a:r>
          </a:p>
        </p:txBody>
      </p:sp>
      <p:sp>
        <p:nvSpPr>
          <p:cNvPr id="186" name="TextBox 18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a:t>
            </a:r>
          </a:p>
        </p:txBody>
      </p:sp>
      <p:sp>
        <p:nvSpPr>
          <p:cNvPr id="187" name="TextBox 18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a:t>
            </a:r>
          </a:p>
        </p:txBody>
      </p:sp>
      <p:sp>
        <p:nvSpPr>
          <p:cNvPr id="188" name="TextBox 18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a:t>
            </a:r>
          </a:p>
        </p:txBody>
      </p:sp>
      <p:sp>
        <p:nvSpPr>
          <p:cNvPr id="189" name="TextBox 18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a:t>
            </a:r>
          </a:p>
        </p:txBody>
      </p:sp>
      <p:sp>
        <p:nvSpPr>
          <p:cNvPr id="190" name="TextBox 19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a:t>
            </a:r>
          </a:p>
        </p:txBody>
      </p:sp>
      <p:sp>
        <p:nvSpPr>
          <p:cNvPr id="191" name="TextBox 19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a:t>
            </a:r>
          </a:p>
        </p:txBody>
      </p:sp>
      <p:sp>
        <p:nvSpPr>
          <p:cNvPr id="192" name="TextBox 19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a:t>
            </a:r>
          </a:p>
        </p:txBody>
      </p:sp>
      <p:sp>
        <p:nvSpPr>
          <p:cNvPr id="193" name="TextBox 19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a:t>
            </a:r>
          </a:p>
        </p:txBody>
      </p:sp>
      <p:sp>
        <p:nvSpPr>
          <p:cNvPr id="194" name="TextBox 19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a:t>
            </a:r>
          </a:p>
        </p:txBody>
      </p:sp>
      <p:sp>
        <p:nvSpPr>
          <p:cNvPr id="195" name="TextBox 19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a:t>
            </a:r>
          </a:p>
        </p:txBody>
      </p:sp>
      <p:sp>
        <p:nvSpPr>
          <p:cNvPr id="196" name="TextBox 19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a:t>
            </a:r>
          </a:p>
        </p:txBody>
      </p:sp>
      <p:sp>
        <p:nvSpPr>
          <p:cNvPr id="197" name="TextBox 19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a:t>
            </a:r>
          </a:p>
        </p:txBody>
      </p:sp>
      <p:sp>
        <p:nvSpPr>
          <p:cNvPr id="198" name="TextBox 19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a:t>
            </a:r>
          </a:p>
        </p:txBody>
      </p:sp>
      <p:sp>
        <p:nvSpPr>
          <p:cNvPr id="199" name="TextBox 19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
        <p:nvSpPr>
          <p:cNvPr id="200" name="TextBox 20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a:t>
            </a:r>
          </a:p>
        </p:txBody>
      </p:sp>
      <p:sp>
        <p:nvSpPr>
          <p:cNvPr id="201" name="TextBox 20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a:t>
            </a:r>
          </a:p>
        </p:txBody>
      </p:sp>
      <p:sp>
        <p:nvSpPr>
          <p:cNvPr id="202" name="TextBox 20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a:t>
            </a:r>
          </a:p>
        </p:txBody>
      </p:sp>
      <p:sp>
        <p:nvSpPr>
          <p:cNvPr id="203" name="TextBox 20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a:t>
            </a:r>
          </a:p>
        </p:txBody>
      </p:sp>
      <p:sp>
        <p:nvSpPr>
          <p:cNvPr id="204" name="TextBox 20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a:t>
            </a:r>
          </a:p>
        </p:txBody>
      </p:sp>
      <p:sp>
        <p:nvSpPr>
          <p:cNvPr id="205" name="TextBox 20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a:t>
            </a:r>
          </a:p>
        </p:txBody>
      </p:sp>
      <p:sp>
        <p:nvSpPr>
          <p:cNvPr id="206" name="TextBox 20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a:t>
            </a:r>
          </a:p>
        </p:txBody>
      </p:sp>
      <p:sp>
        <p:nvSpPr>
          <p:cNvPr id="207" name="TextBox 20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a:t>
            </a:r>
          </a:p>
        </p:txBody>
      </p:sp>
      <p:sp>
        <p:nvSpPr>
          <p:cNvPr id="208" name="TextBox 20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a:t>
            </a:r>
          </a:p>
        </p:txBody>
      </p:sp>
      <p:sp>
        <p:nvSpPr>
          <p:cNvPr id="209" name="TextBox 20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a:t>
            </a:r>
          </a:p>
        </p:txBody>
      </p:sp>
      <p:sp>
        <p:nvSpPr>
          <p:cNvPr id="210" name="TextBox 21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a:t>
            </a:r>
          </a:p>
        </p:txBody>
      </p:sp>
      <p:sp>
        <p:nvSpPr>
          <p:cNvPr id="211" name="TextBox 21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a:t>
            </a:r>
          </a:p>
        </p:txBody>
      </p:sp>
      <p:sp>
        <p:nvSpPr>
          <p:cNvPr id="212" name="TextBox 21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a:t>
            </a:r>
          </a:p>
        </p:txBody>
      </p:sp>
      <p:sp>
        <p:nvSpPr>
          <p:cNvPr id="213" name="TextBox 21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a:t>
            </a:r>
          </a:p>
        </p:txBody>
      </p:sp>
      <p:sp>
        <p:nvSpPr>
          <p:cNvPr id="214" name="TextBox 21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a:t>
            </a:r>
          </a:p>
        </p:txBody>
      </p:sp>
      <p:sp>
        <p:nvSpPr>
          <p:cNvPr id="215" name="TextBox 21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a:t>
            </a:r>
          </a:p>
        </p:txBody>
      </p:sp>
      <p:sp>
        <p:nvSpPr>
          <p:cNvPr id="216" name="TextBox 21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a:t>
            </a:r>
          </a:p>
        </p:txBody>
      </p:sp>
      <p:sp>
        <p:nvSpPr>
          <p:cNvPr id="217" name="TextBox 21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218" name="TextBox 21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219" name="TextBox 21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220" name="TextBox 22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221" name="TextBox 22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a:t>
            </a:r>
          </a:p>
        </p:txBody>
      </p:sp>
      <p:sp>
        <p:nvSpPr>
          <p:cNvPr id="222" name="TextBox 22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a:t>
            </a:r>
          </a:p>
        </p:txBody>
      </p:sp>
      <p:sp>
        <p:nvSpPr>
          <p:cNvPr id="223" name="TextBox 22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a:t>
            </a:r>
          </a:p>
        </p:txBody>
      </p:sp>
      <p:sp>
        <p:nvSpPr>
          <p:cNvPr id="224" name="TextBox 22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a:t>
            </a:r>
          </a:p>
        </p:txBody>
      </p:sp>
      <p:sp>
        <p:nvSpPr>
          <p:cNvPr id="225" name="TextBox 22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a:t>
            </a:r>
          </a:p>
        </p:txBody>
      </p:sp>
      <p:sp>
        <p:nvSpPr>
          <p:cNvPr id="226" name="TextBox 22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a:t>
            </a:r>
          </a:p>
        </p:txBody>
      </p:sp>
      <p:sp>
        <p:nvSpPr>
          <p:cNvPr id="227" name="TextBox 22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a:t>
            </a:r>
          </a:p>
        </p:txBody>
      </p:sp>
      <p:sp>
        <p:nvSpPr>
          <p:cNvPr id="228" name="TextBox 22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a:t>
            </a:r>
          </a:p>
        </p:txBody>
      </p:sp>
      <p:sp>
        <p:nvSpPr>
          <p:cNvPr id="229" name="TextBox 22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a:t>
            </a:r>
          </a:p>
        </p:txBody>
      </p:sp>
      <p:sp>
        <p:nvSpPr>
          <p:cNvPr id="230" name="TextBox 23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a:t>
            </a:r>
          </a:p>
        </p:txBody>
      </p:sp>
      <p:sp>
        <p:nvSpPr>
          <p:cNvPr id="231" name="TextBox 23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a:t>
            </a:r>
          </a:p>
        </p:txBody>
      </p:sp>
      <p:sp>
        <p:nvSpPr>
          <p:cNvPr id="232" name="TextBox 23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a:t>
            </a:r>
          </a:p>
        </p:txBody>
      </p:sp>
      <p:sp>
        <p:nvSpPr>
          <p:cNvPr id="233" name="TextBox 23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a:t>
            </a:r>
          </a:p>
        </p:txBody>
      </p:sp>
      <p:sp>
        <p:nvSpPr>
          <p:cNvPr id="234" name="TextBox 23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a:t>
            </a:r>
          </a:p>
        </p:txBody>
      </p:sp>
      <p:sp>
        <p:nvSpPr>
          <p:cNvPr id="235" name="TextBox 23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a:t>
            </a:r>
          </a:p>
        </p:txBody>
      </p:sp>
      <p:sp>
        <p:nvSpPr>
          <p:cNvPr id="236" name="TextBox 23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a:t>
            </a:r>
          </a:p>
        </p:txBody>
      </p:sp>
      <p:sp>
        <p:nvSpPr>
          <p:cNvPr id="237" name="TextBox 23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a:t>
            </a:r>
          </a:p>
        </p:txBody>
      </p:sp>
      <p:sp>
        <p:nvSpPr>
          <p:cNvPr id="238" name="TextBox 23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a:t>
            </a:r>
          </a:p>
        </p:txBody>
      </p:sp>
      <p:sp>
        <p:nvSpPr>
          <p:cNvPr id="239" name="TextBox 23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a:t>
            </a:r>
          </a:p>
        </p:txBody>
      </p:sp>
      <p:sp>
        <p:nvSpPr>
          <p:cNvPr id="240" name="TextBox 24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a:t>
            </a:r>
          </a:p>
        </p:txBody>
      </p:sp>
      <p:sp>
        <p:nvSpPr>
          <p:cNvPr id="241" name="TextBox 24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a:t>
            </a:r>
          </a:p>
        </p:txBody>
      </p:sp>
      <p:sp>
        <p:nvSpPr>
          <p:cNvPr id="242" name="TextBox 24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
        <p:nvSpPr>
          <p:cNvPr id="243" name="TextBox 24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a:t>
            </a:r>
          </a:p>
        </p:txBody>
      </p:sp>
      <p:sp>
        <p:nvSpPr>
          <p:cNvPr id="244" name="TextBox 24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a:t>
            </a:r>
          </a:p>
        </p:txBody>
      </p:sp>
      <p:sp>
        <p:nvSpPr>
          <p:cNvPr id="245" name="TextBox 24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a:t>
            </a:r>
          </a:p>
        </p:txBody>
      </p:sp>
      <p:sp>
        <p:nvSpPr>
          <p:cNvPr id="246" name="TextBox 24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a:t>
            </a:r>
          </a:p>
        </p:txBody>
      </p:sp>
      <p:sp>
        <p:nvSpPr>
          <p:cNvPr id="247" name="TextBox 24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a:t>
            </a:r>
          </a:p>
        </p:txBody>
      </p:sp>
      <p:sp>
        <p:nvSpPr>
          <p:cNvPr id="248" name="TextBox 24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a:t>
            </a:r>
          </a:p>
        </p:txBody>
      </p:sp>
      <p:sp>
        <p:nvSpPr>
          <p:cNvPr id="249" name="TextBox 24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a:t>
            </a:r>
          </a:p>
        </p:txBody>
      </p:sp>
      <p:sp>
        <p:nvSpPr>
          <p:cNvPr id="250" name="TextBox 25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a:t>
            </a:r>
          </a:p>
        </p:txBody>
      </p:sp>
      <p:sp>
        <p:nvSpPr>
          <p:cNvPr id="251" name="TextBox 25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a:t>
            </a:r>
          </a:p>
        </p:txBody>
      </p:sp>
      <p:sp>
        <p:nvSpPr>
          <p:cNvPr id="252" name="TextBox 25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a:t>
            </a:r>
          </a:p>
        </p:txBody>
      </p:sp>
      <p:sp>
        <p:nvSpPr>
          <p:cNvPr id="253" name="TextBox 25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a:t>
            </a:r>
          </a:p>
        </p:txBody>
      </p:sp>
      <p:sp>
        <p:nvSpPr>
          <p:cNvPr id="254" name="TextBox 25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a:t>
            </a:r>
          </a:p>
        </p:txBody>
      </p:sp>
      <p:sp>
        <p:nvSpPr>
          <p:cNvPr id="255" name="TextBox 255"/>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a:t>
            </a:r>
          </a:p>
        </p:txBody>
      </p:sp>
      <p:sp>
        <p:nvSpPr>
          <p:cNvPr id="256" name="TextBox 256"/>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a:t>
            </a:r>
          </a:p>
        </p:txBody>
      </p:sp>
      <p:sp>
        <p:nvSpPr>
          <p:cNvPr id="257" name="TextBox 257"/>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a:t>
            </a:r>
          </a:p>
        </p:txBody>
      </p:sp>
      <p:sp>
        <p:nvSpPr>
          <p:cNvPr id="258" name="TextBox 258"/>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a:t>
            </a:r>
          </a:p>
        </p:txBody>
      </p:sp>
      <p:sp>
        <p:nvSpPr>
          <p:cNvPr id="259" name="TextBox 259"/>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a:t>
            </a:r>
          </a:p>
        </p:txBody>
      </p:sp>
      <p:sp>
        <p:nvSpPr>
          <p:cNvPr id="260" name="TextBox 260"/>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a:t>
            </a:r>
          </a:p>
        </p:txBody>
      </p:sp>
      <p:sp>
        <p:nvSpPr>
          <p:cNvPr id="261" name="TextBox 261"/>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a:t>
            </a:r>
          </a:p>
        </p:txBody>
      </p:sp>
      <p:sp>
        <p:nvSpPr>
          <p:cNvPr id="262" name="TextBox 262"/>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a:t>
            </a:r>
          </a:p>
        </p:txBody>
      </p:sp>
      <p:sp>
        <p:nvSpPr>
          <p:cNvPr id="263" name="TextBox 263"/>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a:t>
            </a:r>
          </a:p>
        </p:txBody>
      </p:sp>
      <p:sp>
        <p:nvSpPr>
          <p:cNvPr id="264" name="TextBox 264"/>
          <p:cNvSpPr>
            <a:spLocks xmlns:a="http://schemas.openxmlformats.org/drawingml/2006/main" noGrp="1"/>
          </p:cNvSpPr>
          <p:nvPr/>
        </p:nvSpPr>
        <p:spPr/>
        <p:txBody>
          <a:bodyPr xmlns:a="http://schemas.openxmlformats.org/drawingml/2006/main"/>
          <a:lstStyle xmlns:a="http://schemas.openxmlformats.org/drawingml/2006/main"/>
          <a:p xmlns:a="http://schemas.openxmlformats.org/drawingml/2006/main">
            <a:r>
              <a:t>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 你好，世界。こんにちは世界。안녕하세요, 세계. 😀🎉🚀 👨‍👩‍👧‍👦 👍🏽 🏳️‍🌈 שלום עולם, זהו טקסט לדוגמה בעברית. مرحبا بالعالم، هذا نص عربي تجريبي. سلام دنیا، این یک متن نمونه فارسی است. Привет, мир! Это пример текста на русском языке. Hello, world! This is a sample sentence in English.</a:t>
            </a:r>
          </a:p>
        </p:txBody>
      </p:sp>
    </p:spTree>
  </p:cSld>
</p:sld>
</file>

<file path=ppt/theme/theme1.xml><?xml version="1.0" encoding="utf-8"?>
<a:theme xmlns:a="http://schemas.openxmlformats.org/drawingml/2006/main" name="Sample Theme">
  <a:themeElements>
    <a:clrScheme name="Office">
      <a:dk1>
        <a:sysClr val="windowText"/>
      </a:dk1>
      <a:lt1>
        <a:sysClr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noFill/>
        <a:noFill/>
        <a:noFill/>
      </a:fillStyleLst>
      <a:lnStyleLst>
        <a:ln>
          <a:noFill/>
        </a:ln>
        <a:ln>
          <a:noFill/>
        </a:ln>
        <a:ln>
          <a:noFill/>
        </a:ln>
      </a:lnStyleLst>
      <a:effectStyleLst>
        <a:effectStyle>
          <a:effectLst/>
        </a:effectStyle>
        <a:effectStyle>
          <a:effectLst/>
        </a:effectStyle>
        <a:effectStyle>
          <a:effectLst/>
        </a:effectStyle>
      </a:effectStyleLst>
      <a:bgFillStyleLst>
        <a:noFill/>
        <a:noFill/>
        <a:noFill/>
      </a:bgFillStyleLst>
    </a:fmtScheme>
  </a:themeElements>
</a:theme>
</file>