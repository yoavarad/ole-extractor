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bin" ContentType="application/octet-stream"/>
  <Default Extension="psmdcp" ContentType="application/vnd.openxmlformats-package.core-properties+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15a218605ec4798" /><Relationship Type="http://schemas.openxmlformats.org/package/2006/relationships/metadata/core-properties" Target="/package/services/metadata/core-properties/884eff8ad2db4c8c96cf44aa373375e4.psmdcp" Id="Rf8102dd2426046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3b65d42d64c15"/>
  </p:sldMasterIdLst>
  <p:sldIdLst>
    <p:sldId xmlns:r="http://schemas.openxmlformats.org/officeDocument/2006/relationships" id="256" r:id="R04861aaf7e0846bb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f19413eb334de4" /><Relationship Type="http://schemas.openxmlformats.org/officeDocument/2006/relationships/slideMaster" Target="/ppt/slideMasters/slideMaster1.xml" Id="Ra263b65d42d64c15" /><Relationship Type="http://schemas.openxmlformats.org/officeDocument/2006/relationships/slide" Target="/ppt/slides/slide1.xml" Id="R04861aaf7e0846bb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1e69a33886d46a8" /><Relationship Type="http://schemas.openxmlformats.org/officeDocument/2006/relationships/slideLayout" Target="/ppt/slideLayouts/slideLayout1.xml" Id="Re18653f71afe4c8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8653f71afe4c8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1e66887d44087" /><Relationship Type="http://schemas.openxmlformats.org/officeDocument/2006/relationships/image" Target="/ppt/media/image.png" Id="R6d96e7b247b24bbd" /><Relationship Type="http://schemas.openxmlformats.org/officeDocument/2006/relationships/image" Target="/ppt/media/image2.png" Id="R1bdedf163fd348c1" /><Relationship Type="http://schemas.openxmlformats.org/officeDocument/2006/relationships/oleObject" Target="/ppt/slides/embeddings/embeddedObject.bin" Id="R868f9d7a7b6e481e" /><Relationship Type="http://schemas.openxmlformats.org/officeDocument/2006/relationships/oleObject" Target="/ppt/slides/embeddings/embeddedObject2.bin" Id="Rba000b8650e64c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שלום עולם, זהו טקסט לדוגמה בעברית.</a:t>
            </a:r>
          </a:p>
        </p:txBody>
      </p:sp>
      <p:sp>
        <p:nvSpPr>
          <p:cNvPr id="3" name="TextBox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مرحبا بالعالم، هذا نص عربي تجريبي.</a:t>
            </a:r>
          </a:p>
        </p:txBody>
      </p:sp>
      <p:sp>
        <p:nvSpPr>
          <p:cNvPr id="4" name="TextBox 4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سلام دنیا، این یک متن نمونه فارسی است.</a:t>
            </a:r>
          </a:p>
        </p:txBody>
      </p:sp>
      <p:sp>
        <p:nvSpPr>
          <p:cNvPr id="5" name="TextBox 5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Привет, мир! Это пример текста на русском языке.</a:t>
            </a:r>
          </a:p>
        </p:txBody>
      </p:sp>
      <p:sp>
        <p:nvSpPr>
          <p:cNvPr id="6" name="TextBox 6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Hello, world! This is a sample sentence in English.</a:t>
            </a:r>
          </a:p>
        </p:txBody>
      </p:sp>
      <p:sp>
        <p:nvSpPr>
          <p:cNvPr id="7" name="TextBox 7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你好，世界。こんにちは世界。안녕하세요, 세계.</a:t>
            </a:r>
          </a:p>
        </p:txBody>
      </p:sp>
      <p:sp>
        <p:nvSpPr>
          <p:cNvPr id="8" name="TextBox 8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😀🎉🚀 👨‍👩‍👧‍👦 👍🏽 🏳️‍🌈</a:t>
            </a:r>
          </a:p>
        </p:txBody>
      </p:sp>
    </p:spTree>
  </p:cSld>
</p:sld>
</file>

<file path=ppt/theme/theme1.xml><?xml version="1.0" encoding="utf-8"?>
<a:theme xmlns:a="http://schemas.openxmlformats.org/drawingml/2006/main" name="Sampl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noFill/>
        <a:noFill/>
        <a:noFill/>
      </a:fillStyleLst>
      <a:lnStyleLst>
        <a:ln>
          <a:noFill/>
        </a:ln>
        <a:ln>
          <a:noFill/>
        </a:ln>
        <a:ln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noFill/>
        <a:noFill/>
        <a:noFill/>
      </a:bgFillStyleLst>
    </a:fmtScheme>
  </a:themeElements>
</a:theme>
</file>