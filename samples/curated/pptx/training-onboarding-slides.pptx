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psmdcp" ContentType="application/vnd.openxmlformats-package.core-properties+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12510e3db643be" /><Relationship Type="http://schemas.openxmlformats.org/package/2006/relationships/metadata/core-properties" Target="/package/services/metadata/core-properties/a72407c30a7f4bbd99cd13dce6735a8a.psmdcp" Id="R9be5e948ab5d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7b6741da14212"/>
  </p:sldMasterIdLst>
  <p:sldIdLst>
    <p:sldId xmlns:r="http://schemas.openxmlformats.org/officeDocument/2006/relationships" id="256" r:id="Rf045b61604404740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872dbdc37b447f" /><Relationship Type="http://schemas.openxmlformats.org/officeDocument/2006/relationships/slideMaster" Target="/ppt/slideMasters/slideMaster1.xml" Id="Rc037b6741da14212" /><Relationship Type="http://schemas.openxmlformats.org/officeDocument/2006/relationships/slide" Target="/ppt/slides/slide1.xml" Id="Rf045b61604404740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f89c95e29dc4e4d" /><Relationship Type="http://schemas.openxmlformats.org/officeDocument/2006/relationships/slideLayout" Target="/ppt/slideLayouts/slideLayout1.xml" Id="Raf0634b1093a462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634b1093a4623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cfb02743b4f4c" /><Relationship Type="http://schemas.openxmlformats.org/officeDocument/2006/relationships/image" Target="/ppt/media/image.png" Id="R9623a0dc8d9648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Employee Onboarding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to Acme Corp</a:t>
            </a:r>
          </a:p>
        </p:txBody>
      </p:sp>
      <p:sp>
        <p:nvSpPr>
          <p:cNvPr id="4" name="TextBox 4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 Agenda: HR orientation, IT setup, team introductions</a:t>
            </a:r>
          </a:p>
        </p:txBody>
      </p:sp>
      <p:sp>
        <p:nvSpPr>
          <p:cNvPr id="5" name="TextBox 5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2 Agenda: Role-specific training, mentor assignment</a:t>
            </a:r>
          </a:p>
        </p:txBody>
      </p:sp>
      <p:sp>
        <p:nvSpPr>
          <p:cNvPr id="6" name="TextBox 6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Contacts: HR - hr@acmecorp.example, IT Help Desk - ithelp@acmecorp.example</a:t>
            </a:r>
          </a:p>
        </p:txBody>
      </p:sp>
      <p:sp>
        <p:nvSpPr>
          <p:cNvPr id="7" name="TextBox 7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Values: Integrity, Collaboration, Innovation, Accountability</a:t>
            </a:r>
          </a:p>
        </p:txBody>
      </p:sp>
      <p:sp>
        <p:nvSpPr>
          <p:cNvPr id="8" name="TextBox 8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Please complete all required compliance training modules by day 30.</a:t>
            </a:r>
          </a:p>
        </p:txBody>
      </p:sp>
    </p:spTree>
  </p:cSld>
</p:sld>
</file>

<file path=ppt/theme/theme1.xml><?xml version="1.0" encoding="utf-8"?>
<a:theme xmlns:a="http://schemas.openxmlformats.org/drawingml/2006/main" name="Sampl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noFill/>
        <a:noFill/>
        <a:noFill/>
      </a:fillStyleLst>
      <a:lnStyleLst>
        <a:ln>
          <a:noFill/>
        </a:ln>
        <a:ln>
          <a:noFill/>
        </a:ln>
        <a:ln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noFill/>
        <a:noFill/>
        <a:noFill/>
      </a:bgFillStyleLst>
    </a:fmtScheme>
  </a:themeElements>
</a:theme>
</file>