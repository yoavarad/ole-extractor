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bin" ContentType="application/vnd.openxmlformats-officedocument.spreadsheetml.sheet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845a9e838ce45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dcad28b5ea407e"/>
  </p:sldMasterIdLst>
  <p:sldIdLst>
    <p:sldId xmlns:r="http://schemas.openxmlformats.org/officeDocument/2006/relationships" id="256" r:id="Rc4ce9ffc906b4c08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4d2b5b3ba64404" /><Relationship Type="http://schemas.openxmlformats.org/officeDocument/2006/relationships/slideMaster" Target="/ppt/slideMasters/slideMaster1.xml" Id="R71dcad28b5ea407e" /><Relationship Type="http://schemas.openxmlformats.org/officeDocument/2006/relationships/slide" Target="/ppt/slides/slide1.xml" Id="Rc4ce9ffc906b4c08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045950f7bdb4ff2" /><Relationship Type="http://schemas.openxmlformats.org/officeDocument/2006/relationships/slideLayout" Target="/ppt/slideLayouts/slideLayout1.xml" Id="R0790e3751aa044a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90e3751aa044a7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e4d32aae247b2" /><Relationship Type="http://schemas.openxmlformats.org/officeDocument/2006/relationships/oleObject" Target="/ppt/slides/embeddings/embeddedObject.bin" Id="R588805907cbd4f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Launch: Nova X1 Wireless Earbuds</a:t>
            </a:r>
          </a:p>
        </p:txBody>
      </p:sp>
      <p:sp>
        <p:nvSpPr>
          <p:cNvPr id="3" name="TextBox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Launch Date: June 3, 2026</a:t>
            </a:r>
          </a:p>
        </p:txBody>
      </p:sp>
      <p:sp>
        <p:nvSpPr>
          <p:cNvPr id="4" name="TextBox 4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Market: Active lifestyle consumers, 18-34</a:t>
            </a:r>
          </a:p>
        </p:txBody>
      </p:sp>
      <p:sp>
        <p:nvSpPr>
          <p:cNvPr id="5" name="TextBox 5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Features: 30-hour battery life, IPX7 waterproof rating, adaptive noise cancellation</a:t>
            </a:r>
          </a:p>
        </p:txBody>
      </p:sp>
      <p:sp>
        <p:nvSpPr>
          <p:cNvPr id="6" name="TextBox 6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Go-to-Market Channels: Retail partners, direct-to-consumer site, Amazon</a:t>
            </a:r>
          </a:p>
        </p:txBody>
      </p:sp>
      <p:sp>
        <p:nvSpPr>
          <p:cNvPr id="7" name="TextBox 7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Pricing: $129.99 MSRP</a:t>
            </a:r>
          </a:p>
        </p:txBody>
      </p:sp>
      <p:sp>
        <p:nvSpPr>
          <p:cNvPr id="8" name="TextBox 8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 attached data table for regional sales projections.</a:t>
            </a:r>
          </a:p>
        </p:txBody>
      </p:sp>
    </p:spTree>
  </p:cSld>
</p:sld>
</file>

<file path=ppt/theme/theme1.xml><?xml version="1.0" encoding="utf-8"?>
<a:theme xmlns:a="http://schemas.openxmlformats.org/drawingml/2006/main" name="Sampl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noFill/>
        <a:noFill/>
        <a:noFill/>
      </a:fillStyleLst>
      <a:lnStyleLst>
        <a:ln>
          <a:noFill/>
        </a:ln>
        <a:ln>
          <a:noFill/>
        </a:ln>
        <a:ln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noFill/>
        <a:noFill/>
        <a:noFill/>
      </a:bgFillStyleLst>
    </a:fmtScheme>
  </a:themeElements>
</a:theme>
</file>